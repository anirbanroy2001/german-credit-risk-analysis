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429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portfolio project. German Credit dataset has two pro-level challenges: no target column (we engineer it) and heavy missing values (39% in checking account). These are skills analytics firms actively test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1 (No Accounts) is the most actionable — it can become an underwriting rule today without a model. The other four findings support risk-based pricing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Ordinal encoding is a key technical decision here — using label encoding (0/1/2/3) only works because the savings/checking categories have a natural order. That's not obvious to juniors. Be ready to explain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threshold analysis chart (bottom middle) is a strong differentiator in any credit risk interview. It shows you understand the business cost of errors, not just the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strongest differentiator. Most junior analysts just report accuracy. You are showing you understand the business trade-off behind the number. This is what partners in a professional setting want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Savings x Checking matrix (bottom right of the chart) is the most immediately deployable finding. An underwriting team can use it as a decision table without any model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3 (Account Verification) can be implemented as a policy tomorrow without any technology. Recommendation 1 requires model deployment. Present both to show you understand implementation realism.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'What threshold does your credit team currently use, and how is that decision made?' Shows you are already thinking like a practitioner, not a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Credit Risk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· Segmentation · Underwriting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German Credit Data · Prof. Hofmann, UCI ML Repository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applicants · 9 features · Python, scikit-learn, Pandas · June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06640" y="1005840"/>
            <a:ext cx="1508760" cy="2743200"/>
          </a:xfrm>
          <a:prstGeom prst="roundRect">
            <a:avLst>
              <a:gd name="adj" fmla="val 9091"/>
            </a:avLst>
          </a:prstGeom>
          <a:solidFill>
            <a:srgbClr val="E24B4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0" y="15544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0" y="23774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926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Critical EDA Findings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is actionable for an underwriting policy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2608" y="118872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29768" y="1325880"/>
            <a:ext cx="502920" cy="50292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35331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Accounts = High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84708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savings: 50% bad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checking: 31% bad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missing: 50%+ combined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35331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Stratifies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84708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Vacation/other: 67% bad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Education: 44% bad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Furniture: only 15% bad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8192" y="118872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45352" y="132588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5352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9712" y="135331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Size 2.6× Higher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84708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applicants borrow DM 6,225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DM 2,359 for good— 2.6x difference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" y="320040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9768" y="3337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36499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76% Longer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385876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31.2 months average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17.7 months average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loan size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37560" y="333756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36499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= Stability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85876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Renters: 42% bad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housing: 48% bad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Owners: only 15% bad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analyst-crafted features added to 9 raw columns — this is where domain knowledge creates model 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289304"/>
            <a:ext cx="274320" cy="27432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credit_duration_ratio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2435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÷ Duration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2435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debt burden — affordability 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84048" y="1801368"/>
            <a:ext cx="274320" cy="27432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credit_to_age_ratio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7556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÷ 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755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relative to earning years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313432"/>
            <a:ext cx="274320" cy="2743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22677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sav_enc (ordinal)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267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none=0 → rich=4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267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savings hierarchy: more = safer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" y="282549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2779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chk_enc (ordinal)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7797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none=0 → rich=3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7797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checking hierarchy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3337560"/>
            <a:ext cx="274320" cy="27432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no_savings flag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sav_enc ≤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little or no savings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3849624"/>
            <a:ext cx="274320" cy="27432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" y="38039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no_checking flag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8039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chk_enc ≤ 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8039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little or no checking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279392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84048" y="4361688"/>
            <a:ext cx="274320" cy="27432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1520" y="4315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double_vulnerability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no_savings AND no_checking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43159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accounts weak — highest risk signal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Prediction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selected — AUC 0.990 · three-model comparison · stratified 80/20 split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3492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3063240" cy="3566160"/>
          </a:xfrm>
          <a:prstGeom prst="roundRect">
            <a:avLst>
              <a:gd name="adj" fmla="val 4478"/>
            </a:avLst>
          </a:prstGeom>
          <a:solidFill>
            <a:srgbClr val="1A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97880" y="118872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(bad class)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17190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23774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0.909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0" y="30358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30358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43600" y="36941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369417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0.879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0" y="4100349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0.30: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4283229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0.957 · Catches 96% of bad loans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Real-world credit AUC of 0.99 is elite. In production data, 0.75-0.85 is excellent.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Decision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model decision in credit risk is NOT which algorithm to use — it is which threshold to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(0.30)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unsecured personal loans, mortgages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0.957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45 of 47 bad loans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6 good applicants wrongly declined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027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0.882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08960" y="1188720"/>
            <a:ext cx="25603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08960" y="11887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(0.50)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good for volume lending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8470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0.851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4323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40 of 47 bad loans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good applicants wrongly declined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6027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0.909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852160" y="1188720"/>
            <a:ext cx="2560320" cy="5303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52160" y="11887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(0.70)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precision, most declines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18470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0.723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24323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34 of 47 bad loans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 good applicants declined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36027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0.919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threshold is a BUSINESS decision, not a statistical one. The model supports all three. The institution decides based on their cost of bad loans vs cost of declined good applicants.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Risk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probability scores translate directly into underwriting actions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3492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18872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806440" y="1188720"/>
            <a:ext cx="109728" cy="10515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8932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89320" y="15179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 &lt; 0.30  ·  n=760  ·  Bad: 0%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7556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credit: DM 2,352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1938528"/>
            <a:ext cx="2697480" cy="237744"/>
          </a:xfrm>
          <a:prstGeom prst="roundRect">
            <a:avLst>
              <a:gd name="adj" fmla="val 19231"/>
            </a:avLst>
          </a:prstGeom>
          <a:solidFill>
            <a:srgbClr val="1D9E75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989320" y="193852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242316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806440" y="2423160"/>
            <a:ext cx="10972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989320" y="2478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89320" y="27523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 – 0.60  ·  n=8  ·  Bad: 75%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89320" y="2990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credit: DM 3,840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3172968"/>
            <a:ext cx="2697480" cy="237744"/>
          </a:xfrm>
          <a:prstGeom prst="roundRect">
            <a:avLst>
              <a:gd name="adj" fmla="val 19231"/>
            </a:avLst>
          </a:prstGeom>
          <a:solidFill>
            <a:srgbClr val="BA75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89320" y="317296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657600"/>
            <a:ext cx="3063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806440" y="3657600"/>
            <a:ext cx="109728" cy="10515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89320" y="3712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89320" y="39867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 &gt; 0.60  ·  n=232  ·  Bad: 98%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42245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credit: DM 6,264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89320" y="4407408"/>
            <a:ext cx="2697480" cy="237744"/>
          </a:xfrm>
          <a:prstGeom prst="roundRect">
            <a:avLst>
              <a:gd name="adj" fmla="val 19231"/>
            </a:avLst>
          </a:prstGeom>
          <a:solidFill>
            <a:srgbClr val="E24B4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989320" y="440740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/ collateral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Underwriting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implementation speed and revenue protection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859536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344168"/>
            <a:ext cx="493776" cy="49377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3441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26187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Two-Gate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59105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 prob &lt; 0.30 · Manual review 0.30-0.60 · Decline/collateral &gt; 0.60 · 95.7% of bad loans caught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389888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E24B4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223760" y="13898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93976"/>
            <a:ext cx="859536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4048" y="2231136"/>
            <a:ext cx="493776" cy="493776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2311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148840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Purpose-Based Pricing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478024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Vacation/education (67% bad): require deposit or co-signer · Furniture (15% bad): standard terms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2276856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BA75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227685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859536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3118104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311810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" y="3035808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Account Verification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36499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one active account 3+ months at origination · Eliminates the double-vulnerability segment entirely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3163824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23760" y="316382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67912"/>
            <a:ext cx="859536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05072"/>
            <a:ext cx="493776" cy="49377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0050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7552" y="392277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Burden Rule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425196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max credit_duration_ratio = DM 250/month for unsecured loans · Bad avg: DM 200 · Good avg: DM 133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4050792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534AB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223760" y="405079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challenges solved. Four recommendations delivered. One deployable model.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the Risk target from scratch using Hofmann credit scoring rules — no label required.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39% missing values as 'none' category — industry-standard, signal-preserving approach.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7977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Boosting: AUC = 0.990 · catches 95.7% of bad loans at threshold 0.30.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3467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× Checking underwriting matrix: deployable as a rule table without any model infrastructure.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9136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threshold is a business decision. The model supports it. The analyst explains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Anirban Roy · Analytics Specialist · German Credit Risk Analysis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1105</Words>
  <Application>Microsoft Office PowerPoint</Application>
  <PresentationFormat>On-screen Show (16:9)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German Credit Risk Analysis — senior analytics roles Portfolio</dc:title>
  <dc:subject>PptxGenJS Presentation</dc:subject>
  <dc:creator>PptxGenJS</dc:creator>
  <cp:lastModifiedBy>Anirban Roy</cp:lastModifiedBy>
  <cp:revision>2</cp:revision>
  <dcterms:created xsi:type="dcterms:W3CDTF">2026-07-14T05:50:13Z</dcterms:created>
  <dcterms:modified xsi:type="dcterms:W3CDTF">2026-07-14T07:33:13Z</dcterms:modified>
</cp:coreProperties>
</file>